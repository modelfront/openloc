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10"/>
    <p:sldId id="257" r:id="rId11"/>
    <p:sldId id="258" r:id="rId1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</dgm:colorsDef>
</file>

<file path=ppt/diagrams/data3.xml><?xml version="1.0" encoding="utf-8"?>
<dgm:dataModel xmlns:dgm="http://schemas.openxmlformats.org/drawingml/2006/diagram" xmlns:a="http://schemas.openxmlformats.org/drawingml/2006/main" xmlns:r="http://schemas.openxmlformats.org/officeDocument/2006/relationships">
  <dgm:ptLst>
    <dgm:pt modelId="{00000000-0000-0000-0000-000000000001}" type="doc">
      <dgm:prSet/>
      <dgm:spPr/>
      <dgm:t>
        <a:bodyPr/>
        <a:lstStyle/>
        <a:p>
          <a:endParaRPr lang="en-US"/>
        </a:p>
      </dgm:t>
    </dgm:pt>
    <dgm:pt modelId="{00000000-0000-0000-0000-000000000002}">
      <dgm:prSet/>
      <dgm:spPr/>
      <dgm:t>
        <a:bodyPr/>
        <a:lstStyle/>
        <a:p>
          <a:r>
            <a:rPr lang="en-US"/>
            <a:t>Plan</a:t>
          </a:r>
        </a:p>
      </dgm:t>
    </dgm:pt>
    <dgm:pt modelId="{00000000-0000-0000-0000-000000000003}">
      <dgm:prSet/>
      <dgm:spPr/>
      <dgm:t>
        <a:bodyPr/>
        <a:lstStyle/>
        <a:p>
          <a:r>
            <a:rPr lang="en-US"/>
            <a:t>Launch</a:t>
          </a:r>
        </a:p>
      </dgm:t>
    </dgm:pt>
    <dgm:pt modelId="{00000000-0000-0000-0000-000000000012}" type="pres">
      <dgm:prSet presAssocID="{00000000-0000-0000-0000-000000000002}" presName="node" presStyleLbl="node1"/>
      <dgm:spPr/>
    </dgm:pt>
    <dgm:pt modelId="{00000000-0000-0000-0000-000000000013}" type="pres">
      <dgm:prSet presAssocID="{00000000-0000-0000-0000-000000000003}" presName="node" presStyleLbl="node1"/>
      <dgm:spPr/>
    </dgm:pt>
  </dgm:ptLst>
  <dgm:cxnLst/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012}">
      <dsp:nvSpPr>
        <dsp:cNvPr id="0" name=""/>
        <dsp:cNvSpPr/>
      </dsp:nvSpPr>
      <dsp:spPr/>
      <dsp:txBody>
        <a:bodyPr/>
        <a:lstStyle/>
        <a:p>
          <a:r>
            <a:rPr lang="en-US" sz="2400"/>
            <a:t>Plan</a:t>
          </a:r>
        </a:p>
      </dsp:txBody>
    </dsp:sp>
    <dsp:sp modelId="{00000000-0000-0000-0000-000000000013}">
      <dsp:nvSpPr>
        <dsp:cNvPr id="0" name=""/>
        <dsp:cNvSpPr/>
      </dsp:nvSpPr>
      <dsp:spPr/>
      <dsp:txBody>
        <a:bodyPr/>
        <a:lstStyle/>
        <a:p>
          <a:r>
            <a:rPr lang="en-US" sz="2400"/>
            <a:t>Launch</a:t>
          </a:r>
        </a:p>
      </dsp:txBody>
    </dsp:sp>
  </dsp:spTree>
</dsp:drawing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layoutNode name="diagram"/>
</dgm:layout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</dgm:styleDef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new office.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Internal draft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Page </a:t>
            </a:r>
            <a:fld id="{B6F15528-21DE-4FAA-801E-634DDDAF4B2B}" type="slidenum">
              <a:rPr lang="en-US"/>
              <a:t>1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diagramData" Target="../diagrams/data3.xml"/><Relationship Id="rId5" Type="http://schemas.openxmlformats.org/officeDocument/2006/relationships/diagramLayout" Target="../diagrams/layout3.xml"/><Relationship Id="rId6" Type="http://schemas.openxmlformats.org/officeDocument/2006/relationships/diagramQuickStyle" Target="../diagrams/quickStyle3.xml"/><Relationship Id="rId7" Type="http://schemas.openxmlformats.org/officeDocument/2006/relationships/diagramColors" Target="../diagrams/colors3.xml"/><Relationship Id="rId8" Type="http://schemas.microsoft.com/office/2007/relationships/diagramDrawing" Target="../diagrams/drawin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Quarterly results</a:t>
            </a:r>
          </a:p>
        </p:txBody>
      </p:sp>
      <p:sp>
        <p:nvSpPr>
          <p:cNvPr id="3" name="subTitle 3"/>
          <p:cNvSpPr>
            <a:spLocks noGrp="1"/>
          </p:cNvSpPr>
          <p:nvPr>
            <p:ph type="subTitle"/>
          </p:nvPr>
        </p:nvSpPr>
        <p:spPr/>
        <p:txBody>
          <a:bodyPr/>
          <a:lstStyle/>
          <a:p>
            <a:r>
              <a:rPr lang="en-US" dirty="0"/>
              <a:t>Revenue grew in every region. </a:t>
            </a:r>
            <a:r>
              <a:rPr lang="en-US" b="1" dirty="0"/>
              <a:t>Costs</a:t>
            </a:r>
            <a:r>
              <a:rPr lang="en-US" dirty="0"/>
              <a:t> fell.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0" y="0"/>
          <a:ext cx="6096000" cy="740000"/>
        </p:xfrm>
        <a:graphic>
          <a:graphicData uri="http://schemas.openxmlformats.org/drawingml/2006/table">
            <a:tbl>
              <a:tblPr firstRow="1" bandRow="1"/>
              <a:tblGrid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Growth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3" descr="Bar chart of revenue by reg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2" name="TextBox 2"/>
          <p:cNvSpPr txBox="1"/>
          <p:nvPr/>
        </p:nvSpPr>
        <p:spPr/>
        <p:txBody>
          <a:bodyPr/>
          <a:lstStyle/>
          <a:p>
            <a:r>
              <a:rPr lang="en-US"/>
              <a:t>Backup slide</a:t>
            </a:r>
          </a:p>
        </p:txBody>
      </p:sp>
      <p:graphicFrame>
        <p:nvGraphicFramePr>
          <p:cNvPr id="3" name="Diagram 3"/>
          <p:cNvGraphicFramePr/>
          <p:nvPr/>
        </p:nvGraphicFramePr>
        <p:xfrm>
          <a:off x="0" y="0"/>
          <a:ext cx="6096000" cy="2000000"/>
        </p:xfrm>
        <a:graphic>
          <a:graphicData uri="http://schemas.openxmlformats.org/drawingml/2006/diagram">
            <dgm:relIds xmlns:dgm="http://schemas.openxmlformats.org/drawingml/2006/diagram" r:dm="rId4" r:lo="rId5" r:qs="rId6" r:cs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